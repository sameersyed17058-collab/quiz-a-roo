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embeddedFontLst>
    <p:embeddedFont>
      <p:font typeface="Raleway Medium" panose="020B0604020202020204" charset="0"/>
      <p:regular r:id="rId16"/>
    </p:embeddedFont>
    <p:embeddedFont>
      <p:font typeface="Comfortaa Bold" panose="020B0604020202020204" charset="0"/>
      <p:regular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421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243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B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-3-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3-3.svg"/><Relationship Id="rId5" Type="http://schemas.openxmlformats.org/officeDocument/2006/relationships/image" Target="../media/image-3-3.svg"/><Relationship Id="rId4" Type="http://schemas.openxmlformats.org/officeDocument/2006/relationships/image" Target="../media/image4.png"/><Relationship Id="rId9" Type="http://schemas.openxmlformats.org/officeDocument/2006/relationships/image" Target="../media/image-3-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-4-7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4-3.svg"/><Relationship Id="rId5" Type="http://schemas.openxmlformats.org/officeDocument/2006/relationships/image" Target="../media/image-4-3.svg"/><Relationship Id="rId4" Type="http://schemas.openxmlformats.org/officeDocument/2006/relationships/image" Target="../media/image6.png"/><Relationship Id="rId9" Type="http://schemas.openxmlformats.org/officeDocument/2006/relationships/image" Target="../media/image-4-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-6-3.svg"/><Relationship Id="rId3" Type="http://schemas.openxmlformats.org/officeDocument/2006/relationships/image" Target="../media/image9.png"/><Relationship Id="rId7" Type="http://schemas.openxmlformats.org/officeDocument/2006/relationships/image" Target="../media/image-6-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6-3.svg"/><Relationship Id="rId11" Type="http://schemas.openxmlformats.org/officeDocument/2006/relationships/image" Target="../media/image-6-3.svg"/><Relationship Id="rId5" Type="http://schemas.openxmlformats.org/officeDocument/2006/relationships/image" Target="../media/image-6-3.svg"/><Relationship Id="rId4" Type="http://schemas.openxmlformats.org/officeDocument/2006/relationships/image" Target="../media/image10.png"/><Relationship Id="rId9" Type="http://schemas.openxmlformats.org/officeDocument/2006/relationships/image" Target="../media/image-6-3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-7-3.svg"/><Relationship Id="rId13" Type="http://schemas.openxmlformats.org/officeDocument/2006/relationships/image" Target="../media/image-7-13.svg"/><Relationship Id="rId3" Type="http://schemas.openxmlformats.org/officeDocument/2006/relationships/image" Target="../media/image11.jpeg"/><Relationship Id="rId7" Type="http://schemas.openxmlformats.org/officeDocument/2006/relationships/image" Target="../media/image-7-5.svg"/><Relationship Id="rId12" Type="http://schemas.openxmlformats.org/officeDocument/2006/relationships/image" Target="../media/image15.png"/><Relationship Id="rId17" Type="http://schemas.openxmlformats.org/officeDocument/2006/relationships/image" Target="../media/image-7-17.sv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-7-3.svg"/><Relationship Id="rId5" Type="http://schemas.openxmlformats.org/officeDocument/2006/relationships/image" Target="../media/image-7-3.svg"/><Relationship Id="rId15" Type="http://schemas.openxmlformats.org/officeDocument/2006/relationships/image" Target="../media/image-7-3.svg"/><Relationship Id="rId10" Type="http://schemas.openxmlformats.org/officeDocument/2006/relationships/image" Target="../media/image-7-9.svg"/><Relationship Id="rId4" Type="http://schemas.openxmlformats.org/officeDocument/2006/relationships/image" Target="../media/image12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-12-6.svg"/><Relationship Id="rId13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12" Type="http://schemas.openxmlformats.org/officeDocument/2006/relationships/image" Target="../media/image-12-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12-4.svg"/><Relationship Id="rId11" Type="http://schemas.openxmlformats.org/officeDocument/2006/relationships/image" Target="../media/image31.png"/><Relationship Id="rId5" Type="http://schemas.openxmlformats.org/officeDocument/2006/relationships/image" Target="../media/image28.png"/><Relationship Id="rId10" Type="http://schemas.openxmlformats.org/officeDocument/2006/relationships/image" Target="../media/image-12-8.svg"/><Relationship Id="rId4" Type="http://schemas.openxmlformats.org/officeDocument/2006/relationships/image" Target="../media/image-12-2.svg"/><Relationship Id="rId9" Type="http://schemas.openxmlformats.org/officeDocument/2006/relationships/image" Target="../media/image30.png"/><Relationship Id="rId14" Type="http://schemas.openxmlformats.org/officeDocument/2006/relationships/image" Target="../media/image-12-1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4681" y="1247874"/>
            <a:ext cx="4362142" cy="43622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4200" y="2235200"/>
            <a:ext cx="6151409" cy="11655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00" b="1" dirty="0">
                <a:solidFill>
                  <a:srgbClr val="F59E0B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Quiz-A-Roo</a:t>
            </a:r>
            <a:endParaRPr lang="en-US" sz="7300" dirty="0"/>
          </a:p>
        </p:txBody>
      </p:sp>
      <p:sp>
        <p:nvSpPr>
          <p:cNvPr id="5" name="Text 2"/>
          <p:cNvSpPr/>
          <p:nvPr/>
        </p:nvSpPr>
        <p:spPr>
          <a:xfrm>
            <a:off x="734200" y="3715345"/>
            <a:ext cx="6151409" cy="907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850"/>
              </a:spcAft>
              <a:buNone/>
            </a:pPr>
            <a:r>
              <a:rPr lang="en-US" sz="16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AI-Powered Adaptive Quiz Platform</a:t>
            </a:r>
            <a:endParaRPr lang="en-US" sz="16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Group Members: [Name 1, Name 2, Name 3, etc.]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14462"/>
            <a:ext cx="10723294" cy="544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Table of Contents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4200" y="1526282"/>
            <a:ext cx="10723294" cy="471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F59E0B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What is Quiz-A-Roo?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2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The Problem with Traditional Quiz Apps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3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Key Objectives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4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Core Features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5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AI Component: LLM Integration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6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Technology Stack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7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System Workflow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8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User Interface: Quiz Screen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9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Leaderboard &amp; Competition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10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Player Profile &amp; History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11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Key Innovations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12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Conclusion</a:t>
            </a:r>
            <a:endParaRPr lang="en-US" sz="1500" dirty="0"/>
          </a:p>
          <a:p>
            <a:pPr marL="304800" indent="-304800" algn="l">
              <a:lnSpc>
                <a:spcPct val="129000"/>
              </a:lnSpc>
              <a:buSzPct val="100000"/>
              <a:buFont typeface="+mj-lt"/>
              <a:buAutoNum type="arabicPeriod" startAt="13"/>
            </a:pPr>
            <a:r>
              <a:rPr lang="en-US" sz="15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Thank You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906" y="133648"/>
            <a:ext cx="4393693" cy="65907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4200" y="709712"/>
            <a:ext cx="6151409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F59E0B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What is Quiz-A-Roo?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734200" y="1432322"/>
            <a:ext cx="6151409" cy="791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F59E0B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Quiz-A-Roo is a smart quiz platform that combines AI-generated content, reliable fallback questions, and game-like competition to keep learning engaging.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734200" y="2394248"/>
            <a:ext cx="2999903" cy="180121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39489" y="2597944"/>
            <a:ext cx="249092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AI-Generated Questions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039489" y="2936478"/>
            <a:ext cx="2490924" cy="1055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Creates fresh multiple-choice questions in real time using Large Language Models for any topic and difficulty.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885607" y="2394248"/>
            <a:ext cx="3000002" cy="180121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190895" y="2597944"/>
            <a:ext cx="2491023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Always Available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4190895" y="2936478"/>
            <a:ext cx="2491023" cy="1055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Backup system with pre-made questions ensures the app works even when the AI service is unavailable.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734200" y="4346972"/>
            <a:ext cx="2999903" cy="180121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39489" y="4550668"/>
            <a:ext cx="249092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Game Mechanics</a:t>
            </a:r>
            <a:endParaRPr lang="en-US" sz="1550" dirty="0"/>
          </a:p>
        </p:txBody>
      </p:sp>
      <p:sp>
        <p:nvSpPr>
          <p:cNvPr id="14" name="Text 8"/>
          <p:cNvSpPr/>
          <p:nvPr/>
        </p:nvSpPr>
        <p:spPr>
          <a:xfrm>
            <a:off x="1039489" y="4889202"/>
            <a:ext cx="2490924" cy="1055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XP points, star ratings, unlockable stages, and a public leaderboard for competitive engagement.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3885607" y="4346972"/>
            <a:ext cx="3000002" cy="18012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190895" y="4550668"/>
            <a:ext cx="2491023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Secure Login</a:t>
            </a:r>
            <a:endParaRPr lang="en-US" sz="1550" dirty="0"/>
          </a:p>
        </p:txBody>
      </p:sp>
      <p:sp>
        <p:nvSpPr>
          <p:cNvPr id="17" name="Text 10"/>
          <p:cNvSpPr/>
          <p:nvPr/>
        </p:nvSpPr>
        <p:spPr>
          <a:xfrm>
            <a:off x="4190895" y="4889202"/>
            <a:ext cx="2491023" cy="791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Secret Explorer ID system (e.g., ROO-123456) — no passwords required.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164" y="141486"/>
            <a:ext cx="4383176" cy="65749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4200" y="614363"/>
            <a:ext cx="6151409" cy="1048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The Problem with Traditional Quiz Apps</a:t>
            </a:r>
            <a:endParaRPr lang="en-US" sz="3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734200" y="1918196"/>
            <a:ext cx="2990775" cy="194667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0006" y="2132409"/>
            <a:ext cx="2460762" cy="268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Twemoji Mozilla" pitchFamily="34" charset="-122"/>
                <a:cs typeface="Twemoji Mozilla" pitchFamily="34" charset="-120"/>
              </a:rPr>
              <a:t>🔁</a:t>
            </a: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 Repetitive Content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1050006" y="2502892"/>
            <a:ext cx="2460762" cy="860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Fixed question lists written by hand become stale and predictable quickly.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894834" y="1918196"/>
            <a:ext cx="2990775" cy="194667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210639" y="2132409"/>
            <a:ext cx="2460762" cy="268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Twemoji Mozilla" pitchFamily="34" charset="-122"/>
                <a:cs typeface="Twemoji Mozilla" pitchFamily="34" charset="-120"/>
              </a:rPr>
              <a:t>📉</a:t>
            </a: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 Limited Scale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4210639" y="2502892"/>
            <a:ext cx="2460762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Hand-authored content cannot keep pace with the demand for fresh, varied material.</a:t>
            </a:r>
            <a:endParaRPr lang="en-US" sz="14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734200" y="4034730"/>
            <a:ext cx="2990775" cy="2208907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50006" y="4248944"/>
            <a:ext cx="2460762" cy="268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Twemoji Mozilla" pitchFamily="34" charset="-122"/>
                <a:cs typeface="Twemoji Mozilla" pitchFamily="34" charset="-120"/>
              </a:rPr>
              <a:t>🚫</a:t>
            </a: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 No Personalization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1050006" y="4619427"/>
            <a:ext cx="2460762" cy="860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No adaptation to individual difficulty preferences or topic interests.</a:t>
            </a:r>
            <a:endParaRPr lang="en-US" sz="14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3894834" y="4034730"/>
            <a:ext cx="2990775" cy="2208907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4210639" y="4248944"/>
            <a:ext cx="2460762" cy="530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FBBF24"/>
                </a:solidFill>
                <a:latin typeface="Outfit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r>
              <a:rPr lang="en-US" sz="1650" b="1" dirty="0">
                <a:solidFill>
                  <a:srgbClr val="F59E0B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 Quiz-A-Roo's Answer</a:t>
            </a:r>
            <a:endParaRPr lang="en-US" sz="1650" dirty="0"/>
          </a:p>
        </p:txBody>
      </p:sp>
      <p:sp>
        <p:nvSpPr>
          <p:cNvPr id="16" name="Text 9"/>
          <p:cNvSpPr/>
          <p:nvPr/>
        </p:nvSpPr>
        <p:spPr>
          <a:xfrm>
            <a:off x="4210639" y="4881662"/>
            <a:ext cx="2460762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AI-generated, unlimited content tailored to any topic and any difficulty level.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906" y="133648"/>
            <a:ext cx="4393693" cy="65907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4200" y="758230"/>
            <a:ext cx="6151409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Key Objectives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734200" y="1480840"/>
            <a:ext cx="401231" cy="401241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815955" y="1532880"/>
            <a:ext cx="237722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1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286934" y="1542058"/>
            <a:ext cx="5598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AI Question Generation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286934" y="1880592"/>
            <a:ext cx="5598675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Use LLMs to create quiz questions for any topic and difficulty with well-crafted prompts.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4200" y="2711351"/>
            <a:ext cx="401231" cy="401241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815955" y="2763391"/>
            <a:ext cx="237722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2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1286934" y="2772569"/>
            <a:ext cx="5598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Resilient Architecture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286934" y="3111103"/>
            <a:ext cx="5598675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Fallback AI models and an offline question bank ensure continuous availability.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34200" y="3941862"/>
            <a:ext cx="401231" cy="401241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815955" y="3993902"/>
            <a:ext cx="237722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3</a:t>
            </a:r>
            <a:endParaRPr lang="en-US" sz="1850" dirty="0"/>
          </a:p>
        </p:txBody>
      </p:sp>
      <p:sp>
        <p:nvSpPr>
          <p:cNvPr id="15" name="Text 12"/>
          <p:cNvSpPr/>
          <p:nvPr/>
        </p:nvSpPr>
        <p:spPr>
          <a:xfrm>
            <a:off x="1286934" y="4003080"/>
            <a:ext cx="5598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Fair &amp; Secure Play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1286934" y="4341614"/>
            <a:ext cx="5598675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Answer shuffling prevents bias; Secret Explorer ID delivers password-free security.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34200" y="5172373"/>
            <a:ext cx="401231" cy="401241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15955" y="5224413"/>
            <a:ext cx="237722" cy="297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4</a:t>
            </a:r>
            <a:endParaRPr lang="en-US" sz="1850" dirty="0"/>
          </a:p>
        </p:txBody>
      </p:sp>
      <p:sp>
        <p:nvSpPr>
          <p:cNvPr id="19" name="Text 16"/>
          <p:cNvSpPr/>
          <p:nvPr/>
        </p:nvSpPr>
        <p:spPr>
          <a:xfrm>
            <a:off x="1286934" y="5233591"/>
            <a:ext cx="55986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Gamification &amp; Competition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1286934" y="5572125"/>
            <a:ext cx="5598675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Stage-based progression with XP, star scoring, and a public leaderboard.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7971" y="102195"/>
            <a:ext cx="4435562" cy="66535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4200" y="612477"/>
            <a:ext cx="6151409" cy="3787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Core Features</a:t>
            </a:r>
            <a:endParaRPr lang="en-US" sz="2350" dirty="0"/>
          </a:p>
        </p:txBody>
      </p:sp>
      <p:sp>
        <p:nvSpPr>
          <p:cNvPr id="5" name="Text 2"/>
          <p:cNvSpPr/>
          <p:nvPr/>
        </p:nvSpPr>
        <p:spPr>
          <a:xfrm>
            <a:off x="734200" y="1124148"/>
            <a:ext cx="6760993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Six capabilities that power a seamless, secure, and engaging quiz experience.</a:t>
            </a:r>
            <a:endParaRPr lang="en-US" sz="10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734200" y="1403747"/>
            <a:ext cx="6151409" cy="73312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5771" y="1559123"/>
            <a:ext cx="576446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AI Quiz Generation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965771" y="1801614"/>
            <a:ext cx="576446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Fresh questions for any topic and difficulty level, generated on demand.</a:t>
            </a:r>
            <a:endParaRPr lang="en-US" sz="10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734200" y="2225477"/>
            <a:ext cx="6151409" cy="73312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5771" y="2380853"/>
            <a:ext cx="576446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Safe Login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965771" y="2623344"/>
            <a:ext cx="576446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Secret Explorer ID system — no passwords, no friction.</a:t>
            </a:r>
            <a:endParaRPr lang="en-US" sz="10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734200" y="3047206"/>
            <a:ext cx="6151409" cy="73312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5771" y="3202583"/>
            <a:ext cx="576446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XP &amp; Star Scoring</a:t>
            </a:r>
            <a:endParaRPr lang="en-US" sz="1150" dirty="0"/>
          </a:p>
        </p:txBody>
      </p:sp>
      <p:sp>
        <p:nvSpPr>
          <p:cNvPr id="14" name="Text 8"/>
          <p:cNvSpPr/>
          <p:nvPr/>
        </p:nvSpPr>
        <p:spPr>
          <a:xfrm>
            <a:off x="965771" y="3445073"/>
            <a:ext cx="576446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0–3 star ratings per quiz with XP-based progression across seven unlockable stages.</a:t>
            </a:r>
            <a:endParaRPr lang="en-US" sz="10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734200" y="3868936"/>
            <a:ext cx="6151409" cy="73312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65771" y="4024313"/>
            <a:ext cx="576446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Public Leaderboard</a:t>
            </a:r>
            <a:endParaRPr lang="en-US" sz="1150" dirty="0"/>
          </a:p>
        </p:txBody>
      </p:sp>
      <p:sp>
        <p:nvSpPr>
          <p:cNvPr id="17" name="Text 10"/>
          <p:cNvSpPr/>
          <p:nvPr/>
        </p:nvSpPr>
        <p:spPr>
          <a:xfrm>
            <a:off x="965771" y="4266803"/>
            <a:ext cx="576446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Top players ranked by XP, motivating repeat engagement and healthy competition.</a:t>
            </a:r>
            <a:endParaRPr lang="en-US" sz="10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734200" y="4690666"/>
            <a:ext cx="6151409" cy="733127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965771" y="4846042"/>
            <a:ext cx="576446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Answer Shuffling</a:t>
            </a:r>
            <a:endParaRPr lang="en-US" sz="1150" dirty="0"/>
          </a:p>
        </p:txBody>
      </p:sp>
      <p:sp>
        <p:nvSpPr>
          <p:cNvPr id="20" name="Text 12"/>
          <p:cNvSpPr/>
          <p:nvPr/>
        </p:nvSpPr>
        <p:spPr>
          <a:xfrm>
            <a:off x="965771" y="5088533"/>
            <a:ext cx="576446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Server-side randomization prevents correct-answer placement bias.</a:t>
            </a:r>
            <a:endParaRPr lang="en-US" sz="10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734200" y="5512395"/>
            <a:ext cx="6151409" cy="733127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965771" y="5667772"/>
            <a:ext cx="5764465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Quiz History</a:t>
            </a:r>
            <a:endParaRPr lang="en-US" sz="1150" dirty="0"/>
          </a:p>
        </p:txBody>
      </p:sp>
      <p:sp>
        <p:nvSpPr>
          <p:cNvPr id="23" name="Text 14"/>
          <p:cNvSpPr/>
          <p:nvPr/>
        </p:nvSpPr>
        <p:spPr>
          <a:xfrm>
            <a:off x="965771" y="5910263"/>
            <a:ext cx="5764465" cy="1798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Complete record of all quizzes taken for tracking personal progress.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99393"/>
            <a:ext cx="10723294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AI Component: LLM Integration</a:t>
            </a:r>
            <a:endParaRPr lang="en-US" sz="2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927" y="2473424"/>
            <a:ext cx="4125512" cy="2578497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306881" y="1517848"/>
            <a:ext cx="2511362" cy="2177752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7436656" y="1662708"/>
            <a:ext cx="251712" cy="25171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6493705" y="2174577"/>
            <a:ext cx="2137714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Multiple AI Providers</a:t>
            </a:r>
            <a:endParaRPr lang="en-US" sz="1450" dirty="0"/>
          </a:p>
        </p:txBody>
      </p:sp>
      <p:sp>
        <p:nvSpPr>
          <p:cNvPr id="7" name="Text 2"/>
          <p:cNvSpPr/>
          <p:nvPr/>
        </p:nvSpPr>
        <p:spPr>
          <a:xfrm>
            <a:off x="6493705" y="2541984"/>
            <a:ext cx="2137714" cy="966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Supports multiple AI services with automatic selection and seamless switching.</a:t>
            </a:r>
            <a:endParaRPr lang="en-US" sz="13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952482" y="1517848"/>
            <a:ext cx="2511362" cy="217775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0082258" y="1662708"/>
            <a:ext cx="251712" cy="251718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139307" y="2174577"/>
            <a:ext cx="2137714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Clean JSON Format</a:t>
            </a:r>
            <a:endParaRPr lang="en-US" sz="1450" dirty="0"/>
          </a:p>
        </p:txBody>
      </p:sp>
      <p:sp>
        <p:nvSpPr>
          <p:cNvPr id="11" name="Text 4"/>
          <p:cNvSpPr/>
          <p:nvPr/>
        </p:nvSpPr>
        <p:spPr>
          <a:xfrm>
            <a:off x="9139307" y="2541984"/>
            <a:ext cx="2137714" cy="725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AI responses structured as JSON for reliable parsing and clean data flow.</a:t>
            </a:r>
            <a:endParaRPr lang="en-US" sz="13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6306881" y="3829844"/>
            <a:ext cx="2511362" cy="2177752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7436656" y="3974703"/>
            <a:ext cx="251712" cy="251718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6493705" y="4486573"/>
            <a:ext cx="2137714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Timeout Protection</a:t>
            </a:r>
            <a:endParaRPr lang="en-US" sz="1450" dirty="0"/>
          </a:p>
        </p:txBody>
      </p:sp>
      <p:sp>
        <p:nvSpPr>
          <p:cNvPr id="15" name="Text 6"/>
          <p:cNvSpPr/>
          <p:nvPr/>
        </p:nvSpPr>
        <p:spPr>
          <a:xfrm>
            <a:off x="6493705" y="4853980"/>
            <a:ext cx="2137714" cy="725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16-second limit prevents the app from hanging on slow AI responses.</a:t>
            </a:r>
            <a:endParaRPr lang="en-US" sz="13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tretch>
            <a:fillRect/>
          </a:stretch>
        </p:blipFill>
        <p:spPr>
          <a:xfrm>
            <a:off x="8952482" y="3829844"/>
            <a:ext cx="2511362" cy="21777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10082258" y="3974703"/>
            <a:ext cx="251712" cy="251718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39307" y="4486573"/>
            <a:ext cx="2137714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Always Available</a:t>
            </a:r>
            <a:endParaRPr lang="en-US" sz="1450" dirty="0"/>
          </a:p>
        </p:txBody>
      </p:sp>
      <p:sp>
        <p:nvSpPr>
          <p:cNvPr id="19" name="Text 8"/>
          <p:cNvSpPr/>
          <p:nvPr/>
        </p:nvSpPr>
        <p:spPr>
          <a:xfrm>
            <a:off x="9139307" y="4853980"/>
            <a:ext cx="2137714" cy="9667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Seamless fallback to backup questions if all AI models fail — zero downtime.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475589"/>
            <a:ext cx="10723294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Technology Stack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199" y="1425987"/>
            <a:ext cx="546483" cy="54649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42912" y="1554972"/>
            <a:ext cx="167536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Frontend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543011" y="2182332"/>
            <a:ext cx="1675366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dirty="0">
                <a:solidFill>
                  <a:srgbClr val="D6D3D1"/>
                </a:solidFill>
                <a:latin typeface="Plus Jakarta Sans"/>
              </a:rPr>
              <a:t>React.js + Stitch-inspired UI</a:t>
            </a: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00" y="2731671"/>
            <a:ext cx="546483" cy="54649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42912" y="2859218"/>
            <a:ext cx="167546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Backend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644956" y="3282603"/>
            <a:ext cx="1675465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Express.js &amp; Node.js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424" y="1425987"/>
            <a:ext cx="546483" cy="54649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97891" y="1553532"/>
            <a:ext cx="167546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6197890" y="2109836"/>
            <a:ext cx="1675465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Supabase</a:t>
            </a:r>
            <a:endParaRPr lang="en-US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424" y="2731145"/>
            <a:ext cx="546483" cy="54649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97889" y="2859216"/>
            <a:ext cx="167546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Deployment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6197891" y="3278168"/>
            <a:ext cx="1675465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Vercel</a:t>
            </a:r>
            <a:endParaRPr lang="en-US" sz="16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200" y="4041093"/>
            <a:ext cx="546483" cy="54649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542912" y="4168640"/>
            <a:ext cx="1675366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Dev Tools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1542912" y="4587590"/>
            <a:ext cx="1675366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GitHub, VS Code, </a:t>
            </a:r>
            <a:r>
              <a:rPr lang="en-US" sz="1650" dirty="0" err="1" smtClean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Jira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588070"/>
            <a:ext cx="10723294" cy="508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System Workflow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150" y="1415697"/>
            <a:ext cx="9571393" cy="4127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54215" y="4774909"/>
            <a:ext cx="2128446" cy="241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AI Creates Questions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1954215" y="3819460"/>
            <a:ext cx="1930153" cy="241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Check AI Key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954215" y="2897024"/>
            <a:ext cx="2128446" cy="208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 smtClean="0"/>
              <a:t>Select Difficulty/Quiz Type</a:t>
            </a:r>
            <a:endParaRPr lang="en-US" sz="1600" b="1" dirty="0"/>
          </a:p>
        </p:txBody>
      </p:sp>
      <p:sp>
        <p:nvSpPr>
          <p:cNvPr id="7" name="Text 4"/>
          <p:cNvSpPr/>
          <p:nvPr/>
        </p:nvSpPr>
        <p:spPr>
          <a:xfrm>
            <a:off x="1954215" y="1918211"/>
            <a:ext cx="1930153" cy="241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 smtClean="0"/>
              <a:t>Login/Register</a:t>
            </a:r>
            <a:endParaRPr lang="en-US" sz="1600" b="1" dirty="0"/>
          </a:p>
        </p:txBody>
      </p:sp>
      <p:sp>
        <p:nvSpPr>
          <p:cNvPr id="8" name="Text 5"/>
          <p:cNvSpPr/>
          <p:nvPr/>
        </p:nvSpPr>
        <p:spPr>
          <a:xfrm>
            <a:off x="734200" y="5721945"/>
            <a:ext cx="10723294" cy="5478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>
                <a:solidFill>
                  <a:srgbClr val="D6D3D1"/>
                </a:solidFill>
                <a:latin typeface="Plus Jakarta Sans"/>
              </a:rPr>
              <a:t>A resilient pipeline gives every Explorer a fair, personalized quiz experience, with or without live AI access.</a:t>
            </a:r>
          </a:p>
        </p:txBody>
      </p:sp>
      <p:sp>
        <p:nvSpPr>
          <p:cNvPr id="9" name="Text 4"/>
          <p:cNvSpPr/>
          <p:nvPr/>
        </p:nvSpPr>
        <p:spPr>
          <a:xfrm>
            <a:off x="5130769" y="1922733"/>
            <a:ext cx="1930153" cy="241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Select Topic</a:t>
            </a:r>
            <a:endParaRPr lang="en-US" sz="1500" dirty="0"/>
          </a:p>
        </p:txBody>
      </p:sp>
      <p:sp>
        <p:nvSpPr>
          <p:cNvPr id="10" name="Text 3"/>
          <p:cNvSpPr/>
          <p:nvPr/>
        </p:nvSpPr>
        <p:spPr>
          <a:xfrm>
            <a:off x="5130769" y="2865965"/>
            <a:ext cx="1930153" cy="241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Generate Quiz</a:t>
            </a:r>
            <a:endParaRPr lang="en-US" sz="1500" dirty="0"/>
          </a:p>
        </p:txBody>
      </p:sp>
      <p:sp>
        <p:nvSpPr>
          <p:cNvPr id="11" name="Text 2"/>
          <p:cNvSpPr/>
          <p:nvPr/>
        </p:nvSpPr>
        <p:spPr>
          <a:xfrm>
            <a:off x="5130768" y="3851222"/>
            <a:ext cx="1930153" cy="241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 smtClean="0"/>
              <a:t>Custom Quizzes</a:t>
            </a:r>
            <a:endParaRPr lang="en-US" sz="16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83915"/>
            <a:ext cx="10723294" cy="495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User Interface: Quiz Screen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895" y="1834158"/>
            <a:ext cx="5073325" cy="3912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12328" y="1558032"/>
            <a:ext cx="42514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Designed for Engagement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7212328" y="1957189"/>
            <a:ext cx="4251417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F59E0B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The Quiz-A-Roo interface keeps players focused and motivated throughout every session.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212328" y="2621161"/>
            <a:ext cx="4251417" cy="2322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23000"/>
              </a:lnSpc>
              <a:buSzPct val="100000"/>
              <a:buChar char="•"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Clean, intuitive multiple-choice question layout</a:t>
            </a:r>
            <a:endParaRPr lang="en-US" sz="1400" dirty="0"/>
          </a:p>
          <a:p>
            <a:pPr marL="284480" indent="-284480" algn="l">
              <a:lnSpc>
                <a:spcPct val="123000"/>
              </a:lnSpc>
              <a:buSzPct val="100000"/>
              <a:buChar char="•"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Live score tracker showing progress (e.g., 0/5)</a:t>
            </a:r>
            <a:endParaRPr lang="en-US" sz="1400" dirty="0"/>
          </a:p>
          <a:p>
            <a:pPr marL="284480" indent="-284480" algn="l">
              <a:lnSpc>
                <a:spcPct val="123000"/>
              </a:lnSpc>
              <a:buSzPct val="100000"/>
              <a:buChar char="•"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Countdown timer adding urgency to each question</a:t>
            </a:r>
            <a:endParaRPr lang="en-US" sz="1400" dirty="0"/>
          </a:p>
          <a:p>
            <a:pPr marL="284480" indent="-284480" algn="l">
              <a:lnSpc>
                <a:spcPct val="123000"/>
              </a:lnSpc>
              <a:buSzPct val="100000"/>
              <a:buChar char="•"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Friendly kangaroo mascot for encouragement and brand identity</a:t>
            </a:r>
            <a:endParaRPr lang="en-US" sz="1400" dirty="0"/>
          </a:p>
          <a:p>
            <a:pPr marL="284480" indent="-284480" algn="l">
              <a:lnSpc>
                <a:spcPct val="123000"/>
              </a:lnSpc>
              <a:buSzPct val="100000"/>
              <a:buChar char="•"/>
            </a:pPr>
            <a:r>
              <a:rPr lang="en-US" sz="140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Visual feedback on answer selection for instant clarity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212328" y="5114131"/>
            <a:ext cx="4251417" cy="889397"/>
          </a:xfrm>
          <a:prstGeom prst="roundRect">
            <a:avLst>
              <a:gd name="adj" fmla="val 30076"/>
            </a:avLst>
          </a:prstGeom>
          <a:solidFill>
            <a:srgbClr val="806A0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0620" y="5344616"/>
            <a:ext cx="222840" cy="1782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91751" y="5295007"/>
            <a:ext cx="3493702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r>
              <a:rPr>
                <a:solidFill>
                  <a:srgbClr val="D6D3D1"/>
                </a:solidFill>
                <a:latin typeface="Plus Jakarta Sans"/>
              </a:rPr>
              <a:t>Every UI decision prioritizes simplicity, speed, and player delight.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611088"/>
            <a:ext cx="10723294" cy="553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Leaderboard &amp; Competition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734200" y="2072283"/>
            <a:ext cx="6799985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Climb the Rankings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34200" y="2538412"/>
            <a:ext cx="6799985" cy="621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The global leaderboard displays top players ranked by XP — turning individual progress into a shared competitive experience.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34200" y="3330674"/>
            <a:ext cx="6799985" cy="17532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>
                <a:solidFill>
                  <a:srgbClr val="D6D3D1"/>
                </a:solidFill>
                <a:latin typeface="Plus Jakarta Sans"/>
              </a:rPr>
              <a:t>Global rankings visible to all players</a:t>
            </a:r>
          </a:p>
          <a:p>
            <a:r>
              <a:rPr>
                <a:solidFill>
                  <a:srgbClr val="D6D3D1"/>
                </a:solidFill>
                <a:latin typeface="Plus Jakarta Sans"/>
              </a:rPr>
              <a:t>Privacy preserved with password-free Secret Explorer IDs</a:t>
            </a:r>
          </a:p>
          <a:p>
            <a:r>
              <a:rPr>
                <a:solidFill>
                  <a:srgbClr val="D6D3D1"/>
                </a:solidFill>
                <a:latin typeface="Plus Jakarta Sans"/>
              </a:rPr>
              <a:t>Drives repeated engagement and continuous skill development</a:t>
            </a:r>
          </a:p>
          <a:p>
            <a:r>
              <a:rPr>
                <a:solidFill>
                  <a:srgbClr val="D6D3D1"/>
                </a:solidFill>
                <a:latin typeface="Plus Jakarta Sans"/>
              </a:rPr>
              <a:t>Motivates players to master new topics and push through harder stages</a:t>
            </a:r>
          </a:p>
        </p:txBody>
      </p:sp>
      <p:sp>
        <p:nvSpPr>
          <p:cNvPr id="6" name="Shape 4"/>
          <p:cNvSpPr/>
          <p:nvPr/>
        </p:nvSpPr>
        <p:spPr>
          <a:xfrm>
            <a:off x="734200" y="5296892"/>
            <a:ext cx="2456297" cy="302816"/>
          </a:xfrm>
          <a:prstGeom prst="roundRect">
            <a:avLst>
              <a:gd name="adj" fmla="val 49999"/>
            </a:avLst>
          </a:prstGeom>
          <a:solidFill>
            <a:srgbClr val="4D400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756" y="5368528"/>
            <a:ext cx="159441" cy="1594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2867" y="5356622"/>
            <a:ext cx="2587659" cy="1833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59E0B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COMPETE. IMPROVE. RISE.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039" y="1661616"/>
            <a:ext cx="2916462" cy="43723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807541"/>
            <a:ext cx="10723294" cy="553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b="1" dirty="0">
                <a:solidFill>
                  <a:srgbClr val="F59E0B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Conclusion: Quiz-A-Roo</a:t>
            </a:r>
            <a:endParaRPr lang="en-US" sz="3450" dirty="0"/>
          </a:p>
        </p:txBody>
      </p:sp>
      <p:sp>
        <p:nvSpPr>
          <p:cNvPr id="3" name="Shape 1"/>
          <p:cNvSpPr/>
          <p:nvPr/>
        </p:nvSpPr>
        <p:spPr>
          <a:xfrm>
            <a:off x="734200" y="1739801"/>
            <a:ext cx="448358" cy="448370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825479" y="1831082"/>
            <a:ext cx="265701" cy="2657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863" y="1808262"/>
            <a:ext cx="4605619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AI-Powered Adaptive Quiz Platform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371863" y="2198688"/>
            <a:ext cx="4605619" cy="621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A novel approach to interactive learning, designed for engagement and effectiveness.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6214113" y="1739801"/>
            <a:ext cx="448358" cy="448370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305392" y="1831082"/>
            <a:ext cx="265701" cy="2657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1776" y="1808262"/>
            <a:ext cx="4605718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Practical LLM Integration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6851776" y="2198688"/>
            <a:ext cx="4605718" cy="621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Demonstrates effective use of Large Language Models for dynamic content generation.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734200" y="3199209"/>
            <a:ext cx="448358" cy="448370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25479" y="3290491"/>
            <a:ext cx="265701" cy="2657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863" y="3267670"/>
            <a:ext cx="4605619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Cutting-Edge Tech &amp; Game Mechanics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371863" y="3658096"/>
            <a:ext cx="4605619" cy="9328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Seamlessly blends advanced technology with engaging gamification for a superior user experience.</a:t>
            </a:r>
            <a:endParaRPr lang="en-US" sz="1550" dirty="0"/>
          </a:p>
        </p:txBody>
      </p:sp>
      <p:sp>
        <p:nvSpPr>
          <p:cNvPr id="15" name="Shape 10"/>
          <p:cNvSpPr/>
          <p:nvPr/>
        </p:nvSpPr>
        <p:spPr>
          <a:xfrm>
            <a:off x="6214113" y="3199209"/>
            <a:ext cx="448358" cy="448370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305392" y="3290491"/>
            <a:ext cx="265701" cy="26570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1776" y="3267670"/>
            <a:ext cx="4605718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Unlimited Personalized Learning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6851776" y="3658096"/>
            <a:ext cx="4605718" cy="621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Offers endless, tailored quiz content to match any topic and difficulty level.</a:t>
            </a:r>
            <a:endParaRPr lang="en-US" sz="1550" dirty="0"/>
          </a:p>
        </p:txBody>
      </p:sp>
      <p:sp>
        <p:nvSpPr>
          <p:cNvPr id="19" name="Shape 13"/>
          <p:cNvSpPr/>
          <p:nvPr/>
        </p:nvSpPr>
        <p:spPr>
          <a:xfrm>
            <a:off x="734200" y="4969570"/>
            <a:ext cx="448358" cy="448370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25479" y="5060851"/>
            <a:ext cx="265701" cy="26570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863" y="5038030"/>
            <a:ext cx="4605619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Modern AI App Development Showcase</a:t>
            </a:r>
            <a:endParaRPr lang="en-US" sz="1700" dirty="0"/>
          </a:p>
        </p:txBody>
      </p:sp>
      <p:sp>
        <p:nvSpPr>
          <p:cNvPr id="22" name="Text 15"/>
          <p:cNvSpPr/>
          <p:nvPr/>
        </p:nvSpPr>
        <p:spPr>
          <a:xfrm>
            <a:off x="1371863" y="5428456"/>
            <a:ext cx="4605619" cy="621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Highlights essential skills and best practices for building robust AI-driven applications.</a:t>
            </a:r>
            <a:endParaRPr lang="en-US" sz="1550" dirty="0"/>
          </a:p>
        </p:txBody>
      </p:sp>
      <p:sp>
        <p:nvSpPr>
          <p:cNvPr id="23" name="Shape 16"/>
          <p:cNvSpPr/>
          <p:nvPr/>
        </p:nvSpPr>
        <p:spPr>
          <a:xfrm>
            <a:off x="6214113" y="4969570"/>
            <a:ext cx="448358" cy="448370"/>
          </a:xfrm>
          <a:prstGeom prst="ellipse">
            <a:avLst/>
          </a:prstGeom>
          <a:solidFill>
            <a:srgbClr val="46464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6305392" y="5060851"/>
            <a:ext cx="265701" cy="26570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851776" y="5038030"/>
            <a:ext cx="4605718" cy="276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b="1" dirty="0">
                <a:solidFill>
                  <a:srgbClr val="FBBF24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Innovation with Reliability</a:t>
            </a:r>
            <a:endParaRPr lang="en-US" sz="1700" dirty="0"/>
          </a:p>
        </p:txBody>
      </p:sp>
      <p:sp>
        <p:nvSpPr>
          <p:cNvPr id="26" name="Text 18"/>
          <p:cNvSpPr/>
          <p:nvPr/>
        </p:nvSpPr>
        <p:spPr>
          <a:xfrm>
            <a:off x="6851776" y="5428456"/>
            <a:ext cx="4605718" cy="621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D6D3D1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Intelligent fallback systems ensure continuous availability and a consistently smooth experience.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200" y="2177157"/>
            <a:ext cx="10723294" cy="1748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0" b="1" dirty="0">
                <a:solidFill>
                  <a:srgbClr val="F59E0B"/>
                </a:solidFill>
                <a:latin typeface="Outfit" pitchFamily="34" charset="0"/>
                <a:ea typeface="Comfortaa Bold" pitchFamily="34" charset="-122"/>
                <a:cs typeface="Comfortaa Bold" pitchFamily="34" charset="-120"/>
              </a:rPr>
              <a:t>Thank You!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29408" y="4345087"/>
            <a:ext cx="1133287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50" dirty="0">
                <a:solidFill>
                  <a:srgbClr val="F59E0B"/>
                </a:solidFill>
                <a:latin typeface="Plus Jakarta Sans" pitchFamily="34" charset="0"/>
                <a:ea typeface="Raleway Medium" pitchFamily="34" charset="-122"/>
                <a:cs typeface="Raleway Medium" pitchFamily="34" charset="-120"/>
              </a:rPr>
              <a:t>We appreciate your time and interest in Quiz-A-Roo and our vision for the future of adaptive learning.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794</Words>
  <Application>Microsoft Office PowerPoint</Application>
  <PresentationFormat>Widescreen</PresentationFormat>
  <Paragraphs>137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Raleway Medium</vt:lpstr>
      <vt:lpstr>Arial</vt:lpstr>
      <vt:lpstr>Outfit</vt:lpstr>
      <vt:lpstr>Twemoji Mozilla</vt:lpstr>
      <vt:lpstr>Plus Jakarta Sans</vt:lpstr>
      <vt:lpstr>Comfortaa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Microsoft account</cp:lastModifiedBy>
  <cp:revision>2</cp:revision>
  <dcterms:created xsi:type="dcterms:W3CDTF">2026-09-06T15:48:38Z</dcterms:created>
  <dcterms:modified xsi:type="dcterms:W3CDTF">2026-09-12T05:44:17Z</dcterms:modified>
</cp:coreProperties>
</file>