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71" r:id="rId12"/>
    <p:sldId id="265" r:id="rId13"/>
    <p:sldId id="272" r:id="rId14"/>
    <p:sldId id="274" r:id="rId15"/>
    <p:sldId id="273" r:id="rId16"/>
    <p:sldId id="266" r:id="rId17"/>
    <p:sldId id="267" r:id="rId18"/>
    <p:sldId id="268" r:id="rId19"/>
  </p:sldIdLst>
  <p:sldSz cx="12192000" cy="6858000"/>
  <p:notesSz cx="6858000" cy="12192000"/>
  <p:embeddedFontLst>
    <p:embeddedFont>
      <p:font typeface="Comfortaa Bold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Raleway Medium" panose="020B060402020202020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56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435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81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228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54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43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QUIZ-A-ROO  /  PROJECT DOCUMENTATION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0140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5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-3-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3.svg"/><Relationship Id="rId5" Type="http://schemas.openxmlformats.org/officeDocument/2006/relationships/image" Target="../media/image-3-3.svg"/><Relationship Id="rId4" Type="http://schemas.openxmlformats.org/officeDocument/2006/relationships/image" Target="../media/image4.png"/><Relationship Id="rId9" Type="http://schemas.openxmlformats.org/officeDocument/2006/relationships/image" Target="../media/image-3-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7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3.svg"/><Relationship Id="rId5" Type="http://schemas.openxmlformats.org/officeDocument/2006/relationships/image" Target="../media/image-4-3.svg"/><Relationship Id="rId4" Type="http://schemas.openxmlformats.org/officeDocument/2006/relationships/image" Target="../media/image6.png"/><Relationship Id="rId9" Type="http://schemas.openxmlformats.org/officeDocument/2006/relationships/image" Target="../media/image-4-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-6-3.svg"/><Relationship Id="rId3" Type="http://schemas.openxmlformats.org/officeDocument/2006/relationships/image" Target="../media/image9.png"/><Relationship Id="rId7" Type="http://schemas.openxmlformats.org/officeDocument/2006/relationships/image" Target="../media/image-6-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3.svg"/><Relationship Id="rId11" Type="http://schemas.openxmlformats.org/officeDocument/2006/relationships/image" Target="../media/image-6-3.svg"/><Relationship Id="rId5" Type="http://schemas.openxmlformats.org/officeDocument/2006/relationships/image" Target="../media/image-6-3.svg"/><Relationship Id="rId4" Type="http://schemas.openxmlformats.org/officeDocument/2006/relationships/image" Target="../media/image10.png"/><Relationship Id="rId9" Type="http://schemas.openxmlformats.org/officeDocument/2006/relationships/image" Target="../media/image-6-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3.svg"/><Relationship Id="rId13" Type="http://schemas.openxmlformats.org/officeDocument/2006/relationships/image" Target="../media/image-7-13.svg"/><Relationship Id="rId3" Type="http://schemas.openxmlformats.org/officeDocument/2006/relationships/image" Target="../media/image11.jpeg"/><Relationship Id="rId7" Type="http://schemas.openxmlformats.org/officeDocument/2006/relationships/image" Target="../media/image-7-5.svg"/><Relationship Id="rId12" Type="http://schemas.openxmlformats.org/officeDocument/2006/relationships/image" Target="../media/image15.png"/><Relationship Id="rId17" Type="http://schemas.openxmlformats.org/officeDocument/2006/relationships/image" Target="../media/image-7-17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-7-3.svg"/><Relationship Id="rId5" Type="http://schemas.openxmlformats.org/officeDocument/2006/relationships/image" Target="../media/image-7-3.svg"/><Relationship Id="rId15" Type="http://schemas.openxmlformats.org/officeDocument/2006/relationships/image" Target="../media/image-7-3.svg"/><Relationship Id="rId10" Type="http://schemas.openxmlformats.org/officeDocument/2006/relationships/image" Target="../media/image-7-9.sv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2-6.svg"/><Relationship Id="rId13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image" Target="../media/image-12-1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2-4.svg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image" Target="../media/image-12-8.svg"/><Relationship Id="rId4" Type="http://schemas.openxmlformats.org/officeDocument/2006/relationships/image" Target="../media/image-12-2.svg"/><Relationship Id="rId9" Type="http://schemas.openxmlformats.org/officeDocument/2006/relationships/image" Target="../media/image33.png"/><Relationship Id="rId14" Type="http://schemas.openxmlformats.org/officeDocument/2006/relationships/image" Target="../media/image-12-12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681" y="1247874"/>
            <a:ext cx="4362142" cy="43622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2235200"/>
            <a:ext cx="6151409" cy="1165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300" b="1" dirty="0">
                <a:solidFill>
                  <a:srgbClr val="F59E0B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Quiz-A-Roo</a:t>
            </a:r>
            <a:endParaRPr lang="en-US" sz="7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4200" y="3715345"/>
            <a:ext cx="6151409" cy="907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AI-Powered Adaptive Quiz Platform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Group Members: [Name 1, Name 2, Name 3, etc.]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14462"/>
            <a:ext cx="10723294" cy="54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Table of Contents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4200" y="1526282"/>
            <a:ext cx="10723294" cy="471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59E0B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What is Quiz-A-Roo?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The Problem with Traditional Quiz Apps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Key Objectives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Core Features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AI Component: LLM Integration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Technology Stack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7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System Workflow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8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User Interface: Quiz Screen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9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Leaderboard &amp; Competition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Player Profile &amp; History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11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Key Innovations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12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Conclusion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29000"/>
              </a:lnSpc>
              <a:buSzPct val="100000"/>
              <a:buFont typeface="+mj-lt"/>
              <a:buAutoNum type="arabicPeriod" startAt="13"/>
            </a:pPr>
            <a:r>
              <a:rPr lang="en-US" sz="15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Thank You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6" y="133648"/>
            <a:ext cx="4393693" cy="6590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709712"/>
            <a:ext cx="6151409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59E0B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What is Quiz-A-Roo?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4200" y="1432322"/>
            <a:ext cx="6151409" cy="791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F59E0B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Quiz-A-Roo is a smart quiz platform that combines AI-generated content, reliable fallback questions, and game-like competition to keep learning engaging.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2394248"/>
            <a:ext cx="2999903" cy="18012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9489" y="2597944"/>
            <a:ext cx="249092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AI-Generated Questions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39489" y="2936478"/>
            <a:ext cx="2490924" cy="105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Creates fresh multiple-choice questions in real time using Large Language Models for any topic and difficulty.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5607" y="2394248"/>
            <a:ext cx="3000002" cy="18012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90895" y="2597944"/>
            <a:ext cx="249102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Always Available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190895" y="2936478"/>
            <a:ext cx="2491023" cy="105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Backup system with pre-made questions ensures the app works even when the AI service is unavailable.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4346972"/>
            <a:ext cx="2999903" cy="18012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9489" y="4550668"/>
            <a:ext cx="249092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Game Mechanics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39489" y="4889202"/>
            <a:ext cx="2490924" cy="105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XP points, star ratings, unlockable stages, and a public leaderboard for competitive engagement.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85607" y="4346972"/>
            <a:ext cx="3000002" cy="180121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190895" y="4550668"/>
            <a:ext cx="249102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Secure Login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4190895" y="4889202"/>
            <a:ext cx="2491023" cy="791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Secret Explorer ID system (e.g., ROO-123456) — no passwords required.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122" y="111728"/>
            <a:ext cx="4383176" cy="65749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614363"/>
            <a:ext cx="6151409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The Problem with Traditional Quiz Apps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1918196"/>
            <a:ext cx="2990775" cy="1946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0006" y="2132409"/>
            <a:ext cx="2460762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🔁</a:t>
            </a:r>
            <a:r>
              <a:rPr lang="en-US" sz="16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 Repetitive Content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050006" y="2502892"/>
            <a:ext cx="2460762" cy="86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Fixed question lists written by hand become stale and predictable quickly.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4834" y="1918196"/>
            <a:ext cx="2990775" cy="19466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10639" y="2132409"/>
            <a:ext cx="2460762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📉</a:t>
            </a:r>
            <a:r>
              <a:rPr lang="en-US" sz="16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 Limited Scale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210639" y="2502892"/>
            <a:ext cx="2460762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Hand-authored content cannot keep pace with the demand for fresh, varied material.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200" y="4034730"/>
            <a:ext cx="2990775" cy="22089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0006" y="4248944"/>
            <a:ext cx="2460762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🚫</a:t>
            </a:r>
            <a:r>
              <a:rPr lang="en-US" sz="16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 No Personalization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050006" y="4619427"/>
            <a:ext cx="2460762" cy="86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No adaptation to individual difficulty preferences or topic interests.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4834" y="4034730"/>
            <a:ext cx="2990775" cy="220890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210639" y="4248944"/>
            <a:ext cx="2460762" cy="53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✅</a:t>
            </a:r>
            <a:r>
              <a:rPr lang="en-US" sz="1650" b="1" dirty="0">
                <a:solidFill>
                  <a:srgbClr val="F59E0B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 Quiz-A-Roo's Answer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4210639" y="4881662"/>
            <a:ext cx="2460762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AI-generated, unlimited content tailored to any topic and any difficulty level.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6" y="133648"/>
            <a:ext cx="4393693" cy="6590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758230"/>
            <a:ext cx="6151409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Key Objectives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34200" y="1480840"/>
            <a:ext cx="401231" cy="401241"/>
          </a:xfrm>
          <a:prstGeom prst="ellipse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5955" y="1532880"/>
            <a:ext cx="2377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1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86934" y="1542058"/>
            <a:ext cx="55986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AI Question Generation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86934" y="1880592"/>
            <a:ext cx="5598675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Use LLMs to create quiz questions for any topic and difficulty with well-crafted prompts.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4200" y="2711351"/>
            <a:ext cx="401231" cy="401241"/>
          </a:xfrm>
          <a:prstGeom prst="ellipse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15955" y="2763391"/>
            <a:ext cx="2377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2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86934" y="2772569"/>
            <a:ext cx="55986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Resilient Architecture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86934" y="3111103"/>
            <a:ext cx="5598675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Fallback AI models and an offline question bank ensure continuous availability.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34200" y="3941862"/>
            <a:ext cx="401231" cy="401241"/>
          </a:xfrm>
          <a:prstGeom prst="ellipse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15955" y="3993902"/>
            <a:ext cx="2377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3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286934" y="4003080"/>
            <a:ext cx="55986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Fair &amp; Secure Play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286934" y="4341614"/>
            <a:ext cx="5598675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Answer shuffling prevents bias; Secret Explorer ID delivers password-free security.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34200" y="5172373"/>
            <a:ext cx="401231" cy="401241"/>
          </a:xfrm>
          <a:prstGeom prst="ellipse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15955" y="5224413"/>
            <a:ext cx="2377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4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286934" y="5233591"/>
            <a:ext cx="55986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Gamification &amp; Competition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286934" y="5572125"/>
            <a:ext cx="5598675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Stage-based progression with XP, star scoring, and a public leaderboard.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971" y="102195"/>
            <a:ext cx="4435562" cy="66535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612477"/>
            <a:ext cx="6151409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Core Features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4200" y="1124148"/>
            <a:ext cx="6760993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Six capabilities that power a seamless, secure, and engaging quiz experience.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1403747"/>
            <a:ext cx="6151409" cy="7331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5771" y="1559123"/>
            <a:ext cx="57644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AI Quiz Generation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65771" y="1801614"/>
            <a:ext cx="576446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Fresh questions for any topic and difficulty level, generated on demand.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2225477"/>
            <a:ext cx="6151409" cy="7331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771" y="2380853"/>
            <a:ext cx="57644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Safe Login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5771" y="2623344"/>
            <a:ext cx="576446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Secret Explorer ID system — no passwords, no friction.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3047206"/>
            <a:ext cx="6151409" cy="7331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5771" y="3202583"/>
            <a:ext cx="57644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XP &amp; Star Scoring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965771" y="3445073"/>
            <a:ext cx="576446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0–3 star ratings per quiz with XP-based progression across seven unlockable stages.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200" y="3868936"/>
            <a:ext cx="6151409" cy="73312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5771" y="4024313"/>
            <a:ext cx="57644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Public Leaderboard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965771" y="4266803"/>
            <a:ext cx="576446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Top players ranked by XP, motivating repeat engagement and healthy competition.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4200" y="4690666"/>
            <a:ext cx="6151409" cy="73312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5771" y="4846042"/>
            <a:ext cx="57644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Answer Shuffling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965771" y="5088533"/>
            <a:ext cx="576446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Server-side randomization prevents correct-answer placement bias.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4200" y="5512395"/>
            <a:ext cx="6151409" cy="73312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65771" y="5667772"/>
            <a:ext cx="57644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Quiz History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965771" y="5910263"/>
            <a:ext cx="576446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Complete record of all quizzes taken for tracking personal progress.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Use case diagram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2743200"/>
            <a:ext cx="0" cy="658368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" y="2980944"/>
            <a:ext cx="0" cy="320040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" y="2980944"/>
            <a:ext cx="320040" cy="320040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" y="3401568"/>
            <a:ext cx="0" cy="384048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" y="3401568"/>
            <a:ext cx="228600" cy="384048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Explorer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28800" y="1143000"/>
            <a:ext cx="9098280" cy="4754880"/>
          </a:xfrm>
          <a:prstGeom prst="roundRect">
            <a:avLst>
              <a:gd name="adj" fmla="val 2308"/>
            </a:avLst>
          </a:prstGeom>
          <a:solidFill>
            <a:srgbClr val="FDFE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353312"/>
            <a:ext cx="22860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182CE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Quiz-A-Roo system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31720" y="196596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Register / Login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 flipV="1">
            <a:off x="1051560" y="2381926"/>
            <a:ext cx="1234440" cy="745322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196596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Choose topic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 flipV="1">
            <a:off x="1051560" y="2560320"/>
            <a:ext cx="3611880" cy="566928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12280" y="196596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Choose difficulty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 flipV="1">
            <a:off x="1074420" y="2487168"/>
            <a:ext cx="5737860" cy="589702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31720" y="324612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182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44728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Play quiz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51560" y="3127248"/>
            <a:ext cx="1280160" cy="44805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0" y="324612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44728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View results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51560" y="3127248"/>
            <a:ext cx="3520440" cy="44805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324612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4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344728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Review history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97280" y="3076870"/>
            <a:ext cx="5669280" cy="406994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0" y="457200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77316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View leaderboard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51560" y="3127248"/>
            <a:ext cx="3520440" cy="177393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732520" y="457200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05672" y="4617720"/>
            <a:ext cx="1499616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AI provider / fallback bank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595360" y="3703320"/>
            <a:ext cx="960120" cy="868680"/>
          </a:xfrm>
          <a:prstGeom prst="line">
            <a:avLst/>
          </a:prstGeom>
          <a:noFill/>
          <a:ln w="1270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144000" y="5349240"/>
            <a:ext cx="1280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1708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External services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602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99393"/>
            <a:ext cx="1072329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AI Component: LLM Integration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27" y="2473424"/>
            <a:ext cx="4125512" cy="2578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6881" y="1517848"/>
            <a:ext cx="2511362" cy="217775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36656" y="1662708"/>
            <a:ext cx="251712" cy="25171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93705" y="2174577"/>
            <a:ext cx="2137714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Multiple AI Providers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6493705" y="2541984"/>
            <a:ext cx="2137714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Supports multiple AI services with automatic selection and seamless switching.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2482" y="1517848"/>
            <a:ext cx="2511362" cy="2177752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82258" y="1662708"/>
            <a:ext cx="251712" cy="25171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9139307" y="2174577"/>
            <a:ext cx="2137714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Clean JSON Format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9139307" y="2541984"/>
            <a:ext cx="2137714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AI responses structured as JSON for reliable parsing and clean data flow.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06881" y="3829844"/>
            <a:ext cx="2511362" cy="2177752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36656" y="3974703"/>
            <a:ext cx="251712" cy="251718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6493705" y="4486573"/>
            <a:ext cx="2137714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Timeout Protection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493705" y="4853980"/>
            <a:ext cx="2137714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16-second limit prevents the app from hanging on slow AI responses.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52482" y="3829844"/>
            <a:ext cx="2511362" cy="2177752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82258" y="3974703"/>
            <a:ext cx="251712" cy="251718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9139307" y="4486573"/>
            <a:ext cx="2137714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Always Available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/>
          <p:cNvSpPr/>
          <p:nvPr/>
        </p:nvSpPr>
        <p:spPr>
          <a:xfrm>
            <a:off x="9139307" y="4853980"/>
            <a:ext cx="2137714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Seamless fallback to backup questions if all AI models fail — zero downtime.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475589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Technology Stack</a:t>
            </a:r>
            <a:endParaRPr lang="en-US"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99" y="1425987"/>
            <a:ext cx="546483" cy="546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42912" y="1554972"/>
            <a:ext cx="167536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Frontend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43011" y="2182332"/>
            <a:ext cx="167536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dirty="0">
                <a:solidFill>
                  <a:srgbClr val="D6D3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 + Stitch-inspired UI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00" y="2731671"/>
            <a:ext cx="546483" cy="5464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42912" y="2859218"/>
            <a:ext cx="167546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Backend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44956" y="3282603"/>
            <a:ext cx="1675465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Express.js &amp; Node.js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424" y="1425987"/>
            <a:ext cx="546483" cy="5464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97891" y="1553532"/>
            <a:ext cx="167546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Database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197890" y="2109836"/>
            <a:ext cx="1675465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Supabase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9424" y="2731145"/>
            <a:ext cx="546483" cy="5464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7889" y="2859216"/>
            <a:ext cx="167546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Deployment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197891" y="3278168"/>
            <a:ext cx="1675465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Vercel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00" y="4041093"/>
            <a:ext cx="546483" cy="54649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42912" y="4168640"/>
            <a:ext cx="167536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Dev Tools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542912" y="4587590"/>
            <a:ext cx="1675366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GitHub, VS Code, </a:t>
            </a:r>
            <a:r>
              <a:rPr lang="en-US" sz="1650" dirty="0" err="1" smtClean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Jira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88070"/>
            <a:ext cx="10723294" cy="508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System Workflow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150" y="1415697"/>
            <a:ext cx="9571393" cy="412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54215" y="4774909"/>
            <a:ext cx="2128446" cy="24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AI Creates Questions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54215" y="3819460"/>
            <a:ext cx="1930153" cy="24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Check AI Key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954215" y="2897024"/>
            <a:ext cx="2128446" cy="20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Difficulty/Quiz Type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54215" y="1918211"/>
            <a:ext cx="1930153" cy="24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Login/Register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4200" y="5721945"/>
            <a:ext cx="10723294" cy="547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solidFill>
                  <a:srgbClr val="D6D3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resilient pipeline gives every Explorer a fair, personalized quiz experience, with or without live AI access.</a:t>
            </a:r>
          </a:p>
        </p:txBody>
      </p:sp>
      <p:sp>
        <p:nvSpPr>
          <p:cNvPr id="9" name="Text 4"/>
          <p:cNvSpPr/>
          <p:nvPr/>
        </p:nvSpPr>
        <p:spPr>
          <a:xfrm>
            <a:off x="5130769" y="1922733"/>
            <a:ext cx="1930153" cy="24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Select Topic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5130769" y="2865965"/>
            <a:ext cx="1930153" cy="24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Generate Quiz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2"/>
          <p:cNvSpPr/>
          <p:nvPr/>
        </p:nvSpPr>
        <p:spPr>
          <a:xfrm>
            <a:off x="5130768" y="3851222"/>
            <a:ext cx="1930153" cy="24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 Quizzes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+ WORKFLOW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Activity diagram: quiz workflow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10912" y="987552"/>
            <a:ext cx="347472" cy="347472"/>
          </a:xfrm>
          <a:prstGeom prst="ellipse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481328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EAF0F6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0872" y="1527048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Open app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12080" y="1335024"/>
            <a:ext cx="0" cy="146304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17720" y="2148840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194560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Register / login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12080" y="1920240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2816352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EEF9F8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862072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Select topic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12080" y="2587752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3483864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FFF8E8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3529584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Select difficulty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12080" y="3255264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17720" y="4151376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EEF5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4197096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Generate quiz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12080" y="3922776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4828032"/>
            <a:ext cx="548640" cy="548640"/>
          </a:xfrm>
          <a:prstGeom prst="diamond">
            <a:avLst/>
          </a:prstGeom>
          <a:solidFill>
            <a:srgbClr val="FFFFFF"/>
          </a:solidFill>
          <a:ln w="17780">
            <a:solidFill>
              <a:srgbClr val="F36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4928616"/>
            <a:ext cx="475488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AI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ready?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212080" y="4590288"/>
            <a:ext cx="0" cy="237744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828800" y="5166360"/>
            <a:ext cx="1508760" cy="438912"/>
          </a:xfrm>
          <a:prstGeom prst="roundRect">
            <a:avLst>
              <a:gd name="adj" fmla="val 25000"/>
            </a:avLst>
          </a:prstGeom>
          <a:solidFill>
            <a:srgbClr val="EEF9F8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5212080"/>
            <a:ext cx="13624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Render questions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37760" y="5102352"/>
            <a:ext cx="0" cy="274320"/>
          </a:xfrm>
          <a:prstGeom prst="line">
            <a:avLst/>
          </a:prstGeom>
          <a:noFill/>
          <a:ln w="19050">
            <a:solidFill>
              <a:srgbClr val="19A7A0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017520" y="5010912"/>
            <a:ext cx="3200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A7A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yes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726680" y="5166360"/>
            <a:ext cx="1508760" cy="438912"/>
          </a:xfrm>
          <a:prstGeom prst="roundRect">
            <a:avLst>
              <a:gd name="adj" fmla="val 25000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9832" y="5212080"/>
            <a:ext cx="13624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 fallback bank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0" y="5102352"/>
            <a:ext cx="2240280" cy="274320"/>
          </a:xfrm>
          <a:prstGeom prst="line">
            <a:avLst/>
          </a:prstGeom>
          <a:noFill/>
          <a:ln w="1905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720840" y="5010912"/>
            <a:ext cx="3200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36F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no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794760" y="5897880"/>
            <a:ext cx="2834640" cy="438912"/>
          </a:xfrm>
          <a:prstGeom prst="roundRect">
            <a:avLst>
              <a:gd name="adj" fmla="val 25000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5943600"/>
            <a:ext cx="268833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Answer loop → score → results → save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578608" y="5605272"/>
            <a:ext cx="1673352" cy="292608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485632" y="5605272"/>
            <a:ext cx="0" cy="292608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747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83915"/>
            <a:ext cx="1072329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User Interface: Quiz Screen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95" y="1834158"/>
            <a:ext cx="5073325" cy="3912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12328" y="1558032"/>
            <a:ext cx="42514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Designed for Engagement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212328" y="1957189"/>
            <a:ext cx="4251417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F59E0B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The Quiz-A-Roo interface keeps players focused and motivated throughout every session.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212328" y="2621161"/>
            <a:ext cx="4251417" cy="232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Clean, intuitive multiple-choice question layout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Live score tracker showing progress (e.g., 0/5)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Countdown timer adding urgency to each question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Friendly kangaroo mascot for encouragement and brand identity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4480" indent="-28448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Visual feedback on answer selection for instant clarity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212328" y="5114131"/>
            <a:ext cx="4251417" cy="889397"/>
          </a:xfrm>
          <a:prstGeom prst="roundRect">
            <a:avLst>
              <a:gd name="adj" fmla="val 30076"/>
            </a:avLst>
          </a:prstGeom>
          <a:solidFill>
            <a:srgbClr val="806A00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620" y="5344616"/>
            <a:ext cx="222840" cy="1782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91751" y="5295007"/>
            <a:ext cx="3493702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>
                <a:solidFill>
                  <a:srgbClr val="D6D3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UI decision prioritizes simplicity, speed, and player delight.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92541"/>
            <a:ext cx="1072329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User Interface: Quiz Screen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00" y="1187841"/>
            <a:ext cx="10511162" cy="549997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620" y="5353242"/>
            <a:ext cx="222840" cy="17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75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83915"/>
            <a:ext cx="1072329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User Interface: Quiz Screen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7" y="1179215"/>
            <a:ext cx="10458727" cy="549997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620" y="5344616"/>
            <a:ext cx="222840" cy="17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71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83915"/>
            <a:ext cx="1072329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User Interface: Quiz Screen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82" y="1179215"/>
            <a:ext cx="9432198" cy="549997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620" y="5344616"/>
            <a:ext cx="222840" cy="17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97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11088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Leaderboard &amp; Competition</a:t>
            </a:r>
            <a:endParaRPr lang="en-US"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4200" y="2072283"/>
            <a:ext cx="679998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Climb the Rankings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4200" y="2538412"/>
            <a:ext cx="6799985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The global leaderboard displays top players ranked by XP — turning individual progress into a shared competitive experience.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4200" y="3330674"/>
            <a:ext cx="6799985" cy="1753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solidFill>
                  <a:srgbClr val="D6D3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rankings visible to all players</a:t>
            </a:r>
          </a:p>
          <a:p>
            <a:r>
              <a:rPr>
                <a:solidFill>
                  <a:srgbClr val="D6D3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preserved with password-free Secret Explorer IDs</a:t>
            </a:r>
          </a:p>
          <a:p>
            <a:r>
              <a:rPr>
                <a:solidFill>
                  <a:srgbClr val="D6D3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Drives repeated engagement and continuous skill development</a:t>
            </a:r>
          </a:p>
          <a:p>
            <a:r>
              <a:rPr>
                <a:solidFill>
                  <a:srgbClr val="D6D3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Motivates players to master new topics and push through harder stages</a:t>
            </a:r>
          </a:p>
        </p:txBody>
      </p:sp>
      <p:sp>
        <p:nvSpPr>
          <p:cNvPr id="6" name="Shape 4"/>
          <p:cNvSpPr/>
          <p:nvPr/>
        </p:nvSpPr>
        <p:spPr>
          <a:xfrm>
            <a:off x="734200" y="5296892"/>
            <a:ext cx="2456297" cy="302816"/>
          </a:xfrm>
          <a:prstGeom prst="roundRect">
            <a:avLst>
              <a:gd name="adj" fmla="val 49999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56" y="5368528"/>
            <a:ext cx="159441" cy="159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2867" y="5356622"/>
            <a:ext cx="2587659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59E0B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COMPETE. IMPROVE. RISE.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039" y="1661616"/>
            <a:ext cx="2916462" cy="43723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807541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59E0B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Conclusion: Quiz-A-Roo</a:t>
            </a:r>
            <a:endParaRPr lang="en-US"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4200" y="1739801"/>
            <a:ext cx="448358" cy="448370"/>
          </a:xfrm>
          <a:prstGeom prst="ellipse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479" y="1831082"/>
            <a:ext cx="265701" cy="2657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863" y="1808262"/>
            <a:ext cx="460561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AI-Powered Adaptive Quiz Platform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71863" y="2198688"/>
            <a:ext cx="4605619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A novel approach to interactive learning, designed for engagement and effectiveness.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14113" y="1739801"/>
            <a:ext cx="448358" cy="448370"/>
          </a:xfrm>
          <a:prstGeom prst="ellipse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5392" y="1831082"/>
            <a:ext cx="265701" cy="2657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1776" y="1808262"/>
            <a:ext cx="460571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Practical LLM Integration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851776" y="2198688"/>
            <a:ext cx="4605718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Demonstrates effective use of Large Language Models for dynamic content generation.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34200" y="3199209"/>
            <a:ext cx="448358" cy="448370"/>
          </a:xfrm>
          <a:prstGeom prst="ellipse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479" y="3290491"/>
            <a:ext cx="265701" cy="2657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863" y="3267670"/>
            <a:ext cx="460561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Cutting-Edge Tech &amp; Game Mechanics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371863" y="3658096"/>
            <a:ext cx="4605619" cy="932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Seamlessly blends advanced technology with engaging gamification for a superior user experience.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214113" y="3199209"/>
            <a:ext cx="448358" cy="448370"/>
          </a:xfrm>
          <a:prstGeom prst="ellipse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5392" y="3290491"/>
            <a:ext cx="265701" cy="2657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1776" y="3267670"/>
            <a:ext cx="460571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Unlimited Personalized Learning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851776" y="3658096"/>
            <a:ext cx="4605718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Offers endless, tailored quiz content to match any topic and difficulty level.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34200" y="4969570"/>
            <a:ext cx="448358" cy="448370"/>
          </a:xfrm>
          <a:prstGeom prst="ellipse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5479" y="5060851"/>
            <a:ext cx="265701" cy="2657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863" y="5038030"/>
            <a:ext cx="460561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Modern AI App Development Showcase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1371863" y="5428456"/>
            <a:ext cx="4605619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Highlights essential skills and best practices for building robust AI-driven applications.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6214113" y="4969570"/>
            <a:ext cx="448358" cy="448370"/>
          </a:xfrm>
          <a:prstGeom prst="ellipse">
            <a:avLst/>
          </a:prstGeom>
          <a:solidFill>
            <a:srgbClr val="46464A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05392" y="5060851"/>
            <a:ext cx="265701" cy="2657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51776" y="5038030"/>
            <a:ext cx="460571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Innovation with Reliability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6851776" y="5428456"/>
            <a:ext cx="4605718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D6D3D1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Intelligent fallback systems ensure continuous availability and a consistently smooth experience.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177157"/>
            <a:ext cx="10723294" cy="1748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0" b="1" dirty="0">
                <a:solidFill>
                  <a:srgbClr val="F59E0B"/>
                </a:solidFill>
                <a:latin typeface="Times New Roman" panose="02020603050405020304" pitchFamily="18" charset="0"/>
                <a:ea typeface="Comfortaa Bold" pitchFamily="34" charset="-122"/>
                <a:cs typeface="Times New Roman" panose="02020603050405020304" pitchFamily="18" charset="0"/>
              </a:rPr>
              <a:t>Thank You!</a:t>
            </a:r>
            <a:endParaRPr lang="en-US" sz="1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9408" y="4345087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50" dirty="0">
                <a:solidFill>
                  <a:srgbClr val="F59E0B"/>
                </a:solidFill>
                <a:latin typeface="Times New Roman" panose="02020603050405020304" pitchFamily="18" charset="0"/>
                <a:ea typeface="Raleway Medium" pitchFamily="34" charset="-122"/>
                <a:cs typeface="Times New Roman" panose="02020603050405020304" pitchFamily="18" charset="0"/>
              </a:rPr>
              <a:t>We appreciate your time and interest in Quiz-A-Roo and our vision for the future of adaptive learning.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882</Words>
  <Application>Microsoft Office PowerPoint</Application>
  <PresentationFormat>Widescreen</PresentationFormat>
  <Paragraphs>174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 Display</vt:lpstr>
      <vt:lpstr>Comfortaa Bold</vt:lpstr>
      <vt:lpstr>Calibri</vt:lpstr>
      <vt:lpstr>Times New Roman</vt:lpstr>
      <vt:lpstr>Twemoji Mozilla</vt:lpstr>
      <vt:lpstr>Raleway Medium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Syed Sameer Hussain</dc:creator>
  <cp:lastModifiedBy>Microsoft account</cp:lastModifiedBy>
  <cp:revision>7</cp:revision>
  <dcterms:created xsi:type="dcterms:W3CDTF">2026-09-06T15:48:38Z</dcterms:created>
  <dcterms:modified xsi:type="dcterms:W3CDTF">2026-09-12T09:26:48Z</dcterms:modified>
</cp:coreProperties>
</file>