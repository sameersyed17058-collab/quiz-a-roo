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the expanded project documentation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requirements are derived from the implemented React routes, API helpers, quiz state, and results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 /  PROJECT DOCUMENTATION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01400" y="65653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005840"/>
            <a:ext cx="5029200" cy="5029200"/>
          </a:xfrm>
          <a:prstGeom prst="arc">
            <a:avLst/>
          </a:prstGeom>
          <a:noFill/>
          <a:ln w="254000">
            <a:solidFill>
              <a:srgbClr val="F36F3D">
                <a:alpha val="9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3566160"/>
            <a:ext cx="3840480" cy="3840480"/>
          </a:xfrm>
          <a:prstGeom prst="arc">
            <a:avLst/>
          </a:prstGeom>
          <a:noFill/>
          <a:ln w="101600">
            <a:solidFill>
              <a:srgbClr val="F7B84B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B8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600200"/>
            <a:ext cx="7680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Documentation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6675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UML models, workflow, architecture, and interface evidence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33375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ADAPTIVE QUIZ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 •  Express  •  Supabase  •  Vercel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A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project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EXPANDED DOCUMENTATION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deck adds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02920" cy="502920"/>
          </a:xfrm>
          <a:prstGeom prst="ellipse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44752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55064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and non-functional expectations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395728"/>
            <a:ext cx="502920" cy="502920"/>
          </a:xfrm>
          <a:prstGeom prst="ellipse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1460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models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724912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case, activity, sequence, and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465576"/>
            <a:ext cx="502920" cy="502920"/>
          </a:xfrm>
          <a:prstGeom prst="ellipse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84448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794760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quiz journey and decision 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535424"/>
            <a:ext cx="502920" cy="502920"/>
          </a:xfrm>
          <a:prstGeom prst="ellipse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654296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517136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864608"/>
            <a:ext cx="5486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UI screenshots and implementation details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13258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EEF5F8"/>
          </a:solidFill>
          <a:ln w="12700">
            <a:solidFill>
              <a:srgbClr val="D6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2148840"/>
            <a:ext cx="278892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model maps to a concrete route, component, API call, or persistence action in the implementation.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46720" y="388620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895344"/>
            <a:ext cx="111556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308592" y="38862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3895344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434840"/>
            <a:ext cx="27889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diagrams are documentation of the product as built, not abstract placeholders.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requirements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5074920"/>
        </p:xfrm>
        <a:graphic>
          <a:graphicData uri="http://schemas.openxmlformats.org/drawingml/2006/table">
            <a:tbl>
              <a:tblPr/>
              <a:tblGrid>
                <a:gridCol w="658368"/>
                <a:gridCol w="4617720"/>
                <a:gridCol w="592531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Acceptance evidence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Register and log in with Explorer Name + Secret Explorer ID.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page calls register/login API and stores identity locally.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 a featured or custom topic.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SelectTopic routes the chosen topic into quiz setup.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difficulty and quiz mode.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SelectDifficulty supports Easy, Medium, Hard and code/theory modes.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 multiple-choice questions on demand.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Quiz invokes generateQuiz and renders question options with progress.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 fallback questions when AI generation fails.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 retries providers and falls back to a local question bank.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 answers and show immediate feedback.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Quiz tracks score, streak, timer, correct/wrong state, and XP.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 results and update progression.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 saves stars/XP to local progress and Supabase.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FR-08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Expose history and global leaderboard views.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History and Leaderboard routes read persisted player data.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655064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679192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3703320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727448"/>
            <a:ext cx="11201400" cy="512064"/>
          </a:xfrm>
          <a:prstGeom prst="rect">
            <a:avLst/>
          </a:prstGeom>
          <a:solidFill>
            <a:srgbClr val="F4F7FA">
              <a:alpha val="92000"/>
            </a:srgbClr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074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NFR-01  Availability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can complete a quiz even when live AI providers fail, using retry logic and a fallback bank.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234440"/>
            <a:ext cx="73152" cy="132588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8074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NFR-02 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171907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generation is bounded by a timeout so slow providers do not leave the interface waiting indefinitely.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73152" cy="132588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38074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NFR-03  Usability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71907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topic, difficulty, progress, timer, feedback, and result states support fast scanning.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8803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880360"/>
            <a:ext cx="73152" cy="132588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2666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NFR-04 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Secret Explorer ID avoids password storage while keeping a player identity available across sessions.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28803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880360"/>
            <a:ext cx="73152" cy="13258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02666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NFR-05  Maintainability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pages separate route-level views; API helpers isolate server communication from presentation.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28803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2880360"/>
            <a:ext cx="73152" cy="1325880"/>
          </a:xfrm>
          <a:prstGeom prst="rect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026664"/>
            <a:ext cx="320040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NFR-06  Scalability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3364992"/>
            <a:ext cx="3200400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AI providers and structured JSON responses allow the generation layer to evolve independently.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709160"/>
            <a:ext cx="11018520" cy="1024128"/>
          </a:xfrm>
          <a:prstGeom prst="roundRect">
            <a:avLst>
              <a:gd name="adj" fmla="val 10714"/>
            </a:avLst>
          </a:prstGeom>
          <a:solidFill>
            <a:srgbClr val="FFF8E8"/>
          </a:solidFill>
          <a:ln w="12700">
            <a:solidFill>
              <a:srgbClr val="F7D9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65192"/>
            <a:ext cx="11887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target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892040"/>
            <a:ext cx="8732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player should always receive a clear next state: loading, question, feedback, results, or a recoverable error.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UML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743200"/>
            <a:ext cx="0" cy="65836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" y="2980944"/>
            <a:ext cx="-320040" cy="320040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" y="2980944"/>
            <a:ext cx="320040" cy="320040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" y="3401568"/>
            <a:ext cx="-228600" cy="38404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" y="3401568"/>
            <a:ext cx="228600" cy="384048"/>
          </a:xfrm>
          <a:prstGeom prst="line">
            <a:avLst/>
          </a:prstGeom>
          <a:noFill/>
          <a:ln w="25400">
            <a:solidFill>
              <a:srgbClr val="13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143000"/>
            <a:ext cx="9098280" cy="4754880"/>
          </a:xfrm>
          <a:prstGeom prst="roundRect">
            <a:avLst>
              <a:gd name="adj" fmla="val 2308"/>
            </a:avLst>
          </a:prstGeom>
          <a:solidFill>
            <a:srgbClr val="FDFE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51560" y="3127248"/>
            <a:ext cx="1280160" cy="-832104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topic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3127248"/>
            <a:ext cx="3520440" cy="-832104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196596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7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difficulty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" y="3127248"/>
            <a:ext cx="5760720" cy="-832104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3172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182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 quiz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" y="3127248"/>
            <a:ext cx="128016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results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3127248"/>
            <a:ext cx="352044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324612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44728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history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1560" y="3127248"/>
            <a:ext cx="5760720" cy="44805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4572000"/>
            <a:ext cx="178308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773168"/>
            <a:ext cx="16002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leaderboard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560" y="3127248"/>
            <a:ext cx="3520440" cy="1773936"/>
          </a:xfrm>
          <a:prstGeom prst="line">
            <a:avLst/>
          </a:prstGeom>
          <a:noFill/>
          <a:ln w="1016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32520" y="457200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05672" y="4617720"/>
            <a:ext cx="1499616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provider / fallback bank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3703320"/>
            <a:ext cx="960120" cy="868680"/>
          </a:xfrm>
          <a:prstGeom prst="line">
            <a:avLst/>
          </a:prstGeom>
          <a:noFill/>
          <a:ln w="1270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144000" y="5349240"/>
            <a:ext cx="1280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services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UML +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diagram: quiz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10912" y="987552"/>
            <a:ext cx="347472" cy="347472"/>
          </a:xfrm>
          <a:prstGeom prst="ellipse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0" y="1481328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AF0F6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0872" y="1527048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0" y="1335024"/>
            <a:ext cx="0" cy="146304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17720" y="2148840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94560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2816352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862072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topic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587752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3483864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3529584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difficulty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255264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17720" y="4151376"/>
            <a:ext cx="1188720" cy="438912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4197096"/>
            <a:ext cx="104241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quiz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922776"/>
            <a:ext cx="0" cy="228600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4828032"/>
            <a:ext cx="548640" cy="548640"/>
          </a:xfrm>
          <a:prstGeom prst="diamond">
            <a:avLst/>
          </a:prstGeom>
          <a:solidFill>
            <a:srgbClr val="FFFFFF"/>
          </a:solidFill>
          <a:ln w="17780">
            <a:solidFill>
              <a:srgbClr val="F3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4928616"/>
            <a:ext cx="475488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ready?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4590288"/>
            <a:ext cx="0" cy="237744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28800" y="5166360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5212080"/>
            <a:ext cx="1362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questions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5102352"/>
            <a:ext cx="-1600200" cy="27432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17520" y="5010912"/>
            <a:ext cx="320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26680" y="5166360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5212080"/>
            <a:ext cx="13624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fallback bank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5102352"/>
            <a:ext cx="2240280" cy="2743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720840" y="5010912"/>
            <a:ext cx="3200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5897880"/>
            <a:ext cx="2834640" cy="438912"/>
          </a:xfrm>
          <a:prstGeom prst="roundRect">
            <a:avLst>
              <a:gd name="adj" fmla="val 25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5943600"/>
            <a:ext cx="268833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loop → score → results → save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608" y="5605272"/>
            <a:ext cx="1673352" cy="292608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85632" y="5605272"/>
            <a:ext cx="-2084832" cy="292608"/>
          </a:xfrm>
          <a:prstGeom prst="line">
            <a:avLst/>
          </a:prstGeom>
          <a:noFill/>
          <a:ln w="19050">
            <a:solidFill>
              <a:srgbClr val="132238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UML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diagram: generate and save a quiz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6012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4533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4845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951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5157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263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provider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5469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1078992"/>
            <a:ext cx="1170432" cy="438912"/>
          </a:xfrm>
          <a:prstGeom prst="roundRect">
            <a:avLst>
              <a:gd name="adj" fmla="val 25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1124712"/>
            <a:ext cx="102412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57816" y="1536192"/>
            <a:ext cx="0" cy="4297680"/>
          </a:xfrm>
          <a:prstGeom prst="line">
            <a:avLst/>
          </a:prstGeom>
          <a:noFill/>
          <a:ln w="12700">
            <a:solidFill>
              <a:srgbClr val="B8C5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8456" y="155448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0" y="135331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submit topic + difficulty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51576" y="361188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0" y="341071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POST /api/generate-quiz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54696" y="571500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0" y="551383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generate structured JSON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51576" y="726948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0" y="706831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return questions or fallback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48456" y="516636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0" y="496519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render quiz + collect answers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957816" y="306324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0" y="286207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POST result / update progress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48456" y="9372600"/>
            <a:ext cx="914400" cy="0"/>
          </a:xfrm>
          <a:prstGeom prst="line">
            <a:avLst/>
          </a:prstGeom>
          <a:noFill/>
          <a:ln w="1524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0" y="9171432"/>
            <a:ext cx="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confirm saved result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" y="6053328"/>
            <a:ext cx="10744200" cy="365760"/>
          </a:xfrm>
          <a:prstGeom prst="roundRect">
            <a:avLst>
              <a:gd name="adj" fmla="val 30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6144768"/>
            <a:ext cx="10241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resilience point: if the AI provider fails or times out, Express returns fallback questions and the player journey continues.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UML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/ architecture UML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860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+ pages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22402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22860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helper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wrapper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23560" y="22402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6712" y="22860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/routes/quiz.js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3716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fallback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0" y="31546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EF9F1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3200400"/>
            <a:ext cx="1682496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+ 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2697480"/>
            <a:ext cx="640080" cy="0"/>
          </a:xfrm>
          <a:prstGeom prst="line">
            <a:avLst/>
          </a:prstGeom>
          <a:noFill/>
          <a:ln w="19050">
            <a:solidFill>
              <a:srgbClr val="3182C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83480" y="2697480"/>
            <a:ext cx="640080" cy="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514600"/>
            <a:ext cx="640080" cy="-7315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2880360"/>
            <a:ext cx="640080" cy="73152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578608" y="2423160"/>
            <a:ext cx="594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JSON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548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calls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20240" y="4754880"/>
            <a:ext cx="8183880" cy="777240"/>
          </a:xfrm>
          <a:prstGeom prst="roundRect">
            <a:avLst>
              <a:gd name="adj" fmla="val 14118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010912"/>
            <a:ext cx="7726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qualities: timeout protection  •  structured JSON  •  local progress  •  graceful fallback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4015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49640" y="4572000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 evidence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34440"/>
            <a:ext cx="3566160" cy="3657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968" y="1234440"/>
            <a:ext cx="3566160" cy="36576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3296" y="1234440"/>
            <a:ext cx="3566160" cy="3657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5074920"/>
            <a:ext cx="3566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selection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315968" y="5074920"/>
            <a:ext cx="3566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quiz state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8083296" y="5074920"/>
            <a:ext cx="3566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and persistence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331720" y="5715000"/>
            <a:ext cx="7589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screen captures rendered from the implemented UI states.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TECHNICAL NOTES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details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" cy="11887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`App.js` maps Home, Roadmap, SelectTopic, SelectDifficulty, Quiz, Results, History, and Leaderboard into the player journey.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123444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234440"/>
            <a:ext cx="73152" cy="118872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38074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71907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state carries topic, difficulty, mode, stage, and player identity between screens; localStorage preserves identity and stage progress.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4" y="123444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234440"/>
            <a:ext cx="73152" cy="118872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38074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171907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API accepts topic, difficulty, question count, and mode, then returns normalized multiple-choice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80360"/>
            <a:ext cx="73152" cy="1188720"/>
          </a:xfrm>
          <a:prstGeom prst="rect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2666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36499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update score, streak, progress, timer, feedback state, stars, and XP before navigating to Results.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288036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2880360"/>
            <a:ext cx="73152" cy="11887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02666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53712" y="336499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updates local roadmap progress and calls the result-save API for history and leaderboard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1584" y="2880360"/>
            <a:ext cx="3474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2880360"/>
            <a:ext cx="73152" cy="118872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3026664"/>
            <a:ext cx="31546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4464" y="3364992"/>
            <a:ext cx="31546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Loading, empty, failed-sync, and fallback states keep the player informed and provide a next action.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10936224" cy="777240"/>
          </a:xfrm>
          <a:prstGeom prst="roundRect">
            <a:avLst>
              <a:gd name="adj" fmla="val 1411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10912"/>
            <a:ext cx="1737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traceability chain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88920" y="4965192"/>
            <a:ext cx="8183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→ component state → API call → persistence → next visible state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QUALITY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checklist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27080" cy="41148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48920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Check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Expected outcome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Authentication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Register, reload, login with Secret Explorer ID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Identity and stage progress are restored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Generation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Valid AI response / provider timeout / malformed response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Questions render or fallback is returned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Quiz loop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Select answer, reveal feedback, advance through final question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Score, streak, progress, and timer remain consistent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Results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Complete quiz with a logged-in player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Stars/XP appear and result is saved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Navigation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Open protected setup route without player identity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Clear recovery state sends player to Home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Responsive UI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View topic, quiz, and results at mobile width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447"/>
                          </a:solidFill>
                        </a:rPr>
                        <a:t>Controls remain readable and usable</a:t>
                      </a:r>
                      <a:endParaRPr lang="en-US" sz="1000" dirty="0"/>
                    </a:p>
                  </a:txBody>
                  <a:tcPr marL="91440" marR="91440" marT="91440" marB="91440" anchor="mid">
                    <a:lnL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715000"/>
            <a:ext cx="10927080" cy="502920"/>
          </a:xfrm>
          <a:prstGeom prst="roundRect">
            <a:avLst>
              <a:gd name="adj" fmla="val 21818"/>
            </a:avLst>
          </a:prstGeom>
          <a:solidFill>
            <a:srgbClr val="EEF9F8"/>
          </a:solidFill>
          <a:ln w="12700">
            <a:solidFill>
              <a:srgbClr val="B8E5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61304"/>
            <a:ext cx="10378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done: every primary user path has a visible success state and a recoverable failure state.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206240"/>
            <a:ext cx="4389120" cy="4389120"/>
          </a:xfrm>
          <a:prstGeom prst="arc">
            <a:avLst/>
          </a:prstGeom>
          <a:noFill/>
          <a:ln w="177800">
            <a:solidFill>
              <a:srgbClr val="19A7A0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1371600"/>
            <a:ext cx="4389120" cy="4389120"/>
          </a:xfrm>
          <a:prstGeom prst="arc">
            <a:avLst/>
          </a:prstGeom>
          <a:noFill/>
          <a:ln w="177800">
            <a:solidFill>
              <a:srgbClr val="F36F3D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20240"/>
            <a:ext cx="5943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Quiz-A-Roo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70408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C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documented, traceable path from player intent to adaptive learning feedback.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315468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95344"/>
            <a:ext cx="3154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 •  PROGRESS  •  COMPETITION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B8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COMBINED SOURCE MATERIALS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story and core features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107899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Quiz-A-Roo turns a conventional quiz into a repeatable learning loop: choose a subject, receive fresh questions, get immediate feedback, and see progress accumulate.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73152" cy="123444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496312"/>
            <a:ext cx="310896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questions can adapt to any topic and difficulty, avoiding a fixed question list.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011680"/>
            <a:ext cx="73152" cy="1234440"/>
          </a:xfrm>
          <a:prstGeom prst="rect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mechanics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496312"/>
            <a:ext cx="310896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XP, stars, unlockable stages, streaks, and a leaderboard turn practice into visible progress.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011680"/>
            <a:ext cx="73152" cy="123444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available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496312"/>
            <a:ext cx="310896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questions keep the learning flow usable when an external AI provider is unavailable.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794760"/>
            <a:ext cx="10835640" cy="1325880"/>
          </a:xfrm>
          <a:prstGeom prst="roundRect">
            <a:avLst>
              <a:gd name="adj" fmla="val 8276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96512"/>
            <a:ext cx="11430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8620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348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2356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2084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6092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58200" y="4206240"/>
            <a:ext cx="566928" cy="0"/>
          </a:xfrm>
          <a:prstGeom prst="line">
            <a:avLst/>
          </a:prstGeom>
          <a:noFill/>
          <a:ln w="1270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40782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5468112"/>
            <a:ext cx="10149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proposition: personalized practice with the clarity and motivation of a game.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COMBINED SOURCE MATERIALS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integration and resilience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417320" cy="640080"/>
          </a:xfrm>
          <a:prstGeom prst="roundRect">
            <a:avLst>
              <a:gd name="adj" fmla="val 17143"/>
            </a:avLst>
          </a:prstGeom>
          <a:solidFill>
            <a:srgbClr val="EEF5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57400"/>
            <a:ext cx="127101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request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4EE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6207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selection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EEF9F8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6948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FFF8E8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263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2011680"/>
            <a:ext cx="1600200" cy="640080"/>
          </a:xfrm>
          <a:prstGeom prst="roundRect">
            <a:avLst>
              <a:gd name="adj" fmla="val 17143"/>
            </a:avLst>
          </a:prstGeom>
          <a:solidFill>
            <a:srgbClr val="EEF9F1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912" y="2057400"/>
            <a:ext cx="145389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or fallback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331720"/>
            <a:ext cx="594360" cy="0"/>
          </a:xfrm>
          <a:prstGeom prst="line">
            <a:avLst/>
          </a:prstGeom>
          <a:noFill/>
          <a:ln w="19050">
            <a:solidFill>
              <a:srgbClr val="3182C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2331720"/>
            <a:ext cx="640080" cy="0"/>
          </a:xfrm>
          <a:prstGeom prst="line">
            <a:avLst/>
          </a:prstGeom>
          <a:noFill/>
          <a:ln w="19050">
            <a:solidFill>
              <a:srgbClr val="F36F3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2331720"/>
            <a:ext cx="640080" cy="0"/>
          </a:xfrm>
          <a:prstGeom prst="line">
            <a:avLst/>
          </a:prstGeom>
          <a:noFill/>
          <a:ln w="19050">
            <a:solidFill>
              <a:srgbClr val="19A7A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2331720"/>
            <a:ext cx="640080" cy="0"/>
          </a:xfrm>
          <a:prstGeom prst="line">
            <a:avLst/>
          </a:prstGeom>
          <a:noFill/>
          <a:ln w="19050">
            <a:solidFill>
              <a:srgbClr val="F7B84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7033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03320"/>
            <a:ext cx="73152" cy="123444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flexibility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187952"/>
            <a:ext cx="292608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AI services can be selected and switched without changing the React quiz interface.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7033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703320"/>
            <a:ext cx="73152" cy="1234440"/>
          </a:xfrm>
          <a:prstGeom prst="rect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 protection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187952"/>
            <a:ext cx="292608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bounded generation request prevents slow external services from blocking the player indefinitely.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83880" y="370332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703320"/>
            <a:ext cx="73152" cy="1234440"/>
          </a:xfrm>
          <a:prstGeom prst="rect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849624"/>
            <a:ext cx="29260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continuity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4187952"/>
            <a:ext cx="2926080" cy="612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question bank preserves the essential promise: the player can still take a quiz.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43000" y="5623560"/>
            <a:ext cx="9921240" cy="438912"/>
          </a:xfrm>
          <a:prstGeom prst="roundRect">
            <a:avLst>
              <a:gd name="adj" fmla="val 25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5751576"/>
            <a:ext cx="9372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intelligence is an enhancement; the core learning workflow remains resilient.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36F3D"/>
                </a:solidFill>
              </a:rPr>
              <a:t>COMBINED SOURCE MATERIALS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Progression, history, and competition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90472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90088" y="1874520"/>
            <a:ext cx="640080" cy="640080"/>
          </a:xfrm>
          <a:prstGeom prst="ellipse">
            <a:avLst/>
          </a:prstGeom>
          <a:solidFill>
            <a:srgbClr val="F36F3D"/>
          </a:solidFill>
          <a:ln w="12700">
            <a:solidFill>
              <a:srgbClr val="F3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70048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Explorer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02936" y="1874520"/>
            <a:ext cx="640080" cy="640080"/>
          </a:xfrm>
          <a:prstGeom prst="ellipse">
            <a:avLst/>
          </a:prstGeom>
          <a:solidFill>
            <a:srgbClr val="F7B84B"/>
          </a:solidFill>
          <a:ln w="12700">
            <a:solidFill>
              <a:srgbClr val="F7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16168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82896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stars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15784" y="1874520"/>
            <a:ext cx="640080" cy="640080"/>
          </a:xfrm>
          <a:prstGeom prst="ellipse">
            <a:avLst/>
          </a:prstGeom>
          <a:solidFill>
            <a:srgbClr val="19A7A0"/>
          </a:solidFill>
          <a:ln w="12700">
            <a:solidFill>
              <a:srgbClr val="19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784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016" y="2194560"/>
            <a:ext cx="1298448" cy="0"/>
          </a:xfrm>
          <a:prstGeom prst="line">
            <a:avLst/>
          </a:prstGeom>
          <a:noFill/>
          <a:ln w="15240">
            <a:solidFill>
              <a:srgbClr val="61708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095744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12864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XP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28632" y="1874520"/>
            <a:ext cx="640080" cy="6400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8632" y="207568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08592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25712" y="3090672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+ leaderboard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4069080"/>
            <a:ext cx="5166360" cy="1261872"/>
          </a:xfrm>
          <a:prstGeom prst="roundRect">
            <a:avLst>
              <a:gd name="adj" fmla="val 8696"/>
            </a:avLst>
          </a:prstGeom>
          <a:solidFill>
            <a:srgbClr val="EEF9F8"/>
          </a:solidFill>
          <a:ln w="12700">
            <a:solidFill>
              <a:srgbClr val="B8E5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A7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history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quizzes, topics, scores, XP, and stars create a personal learning record.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069080"/>
            <a:ext cx="5166360" cy="1261872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12700">
            <a:solidFill>
              <a:srgbClr val="F2C1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leaderboard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3796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 rankings make progress social while the Secret Explorer ID keeps the login experience lightweight.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Quiz-A-Roo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Quiz-A-Roo | Project Documentation</dc:title>
  <dc:subject>Quiz-A-Roo project documentation</dc:subject>
  <dc:creator>Quiz-A-Roo Team</dc:creator>
  <cp:lastModifiedBy>Quiz-A-Roo Team</cp:lastModifiedBy>
  <cp:revision>1</cp:revision>
  <dcterms:created xsi:type="dcterms:W3CDTF">2026-09-12T08:23:41Z</dcterms:created>
  <dcterms:modified xsi:type="dcterms:W3CDTF">2026-09-12T08:23:41Z</dcterms:modified>
</cp:coreProperties>
</file>